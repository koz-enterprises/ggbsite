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F842"/>
    <a:srgbClr val="23282A"/>
    <a:srgbClr val="5BC0DE"/>
    <a:srgbClr val="FAFAFA"/>
    <a:srgbClr val="64D5D2"/>
    <a:srgbClr val="2E4C5B"/>
    <a:srgbClr val="BFA77F"/>
    <a:srgbClr val="141818"/>
    <a:srgbClr val="154B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>
      <p:cViewPr>
        <p:scale>
          <a:sx n="100" d="100"/>
          <a:sy n="100" d="100"/>
        </p:scale>
        <p:origin x="180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0107E-B043-D02A-9165-1C482A0F94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BB4B3E-5BA8-63C4-1B5D-978F16565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29EF6-9613-0B21-DB05-099AA5C26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63CC4-8956-B89E-E96F-9B4344E82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8663F-9F86-4B0B-4FFE-5523EC359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893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0EB59-4688-A699-D096-D54FE4A51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44DFF-DEDE-21B2-9998-9CFD68E37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60166-3053-AA5F-A2D3-819FF4A81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6AB7E-27E8-DA7E-B4A7-B0123F9E5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782301-7C44-26CB-DE00-D90E22A6D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158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DA9B0-7D50-B3C6-841C-25694BAF1D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2CFAFF-9067-0B53-EEE7-12DE696BE0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1F874-D719-3D22-CE0A-F5AC5DC31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D7C3B-158C-C086-C878-FD5ED086C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ECA2EC-0A8D-FB30-B024-AAB1D143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523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A53A0-01AD-8688-4D32-F956AC042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BC2F9-69F7-A9ED-D464-CF65F7DD72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99D399-1A91-EA64-7D9A-12BA9E514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08151-41FD-56E2-126C-FBBBB0354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C843CE-5BE2-E5BA-C88D-623EF88A8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8A4234-BEA0-7B28-3EE0-69FF05D08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613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A60018-A484-761C-488B-30404AE8F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940B4-6786-136E-54F8-E4673B7539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C6C9B-DBF8-0043-7E4B-9A46261E60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AA416-29BF-7728-A9E8-F5DF5FF939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0E62E4-6C2E-DF70-85AD-038D2242EC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4E11C0-F6DE-18FF-F38C-2F171E660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59513C-5A7F-B499-2105-6A6EE5525C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54601B-9EFD-1596-27F1-6687EF9B3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283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CF5C-7A0A-C381-FA27-17643DE69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530BC6-9B3F-2FB2-9B05-B00AF892F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D262C5-0696-B690-DFE7-7EB3F0006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776855-3AFC-C5E1-9C41-C4A35CB20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04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447E60-6CE9-9731-61C4-A2E5666F2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90D24-EE09-6401-F064-4F651BF61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61B177-00A3-BDEE-AD88-CFB1EAC22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331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43B27-6CAD-EC66-0F9A-3F8D8649D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129F7E-5CF9-DDE7-80E6-24A38C021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AC8B6-DFEB-379C-1695-B6D440698B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3DF4A5-79D2-871C-DAA3-2291ADD12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08375B-8056-8071-106E-F9FAF4DE4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CC90BC-E119-5D27-E73A-F5FB4DC51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647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76079-0F81-B94A-D0B7-6C2FFE179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D9713F-F966-20C5-7B7E-C41364175B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204F3-8E81-BE12-6122-99A42AA48B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5CE3B5-DE1C-8992-766C-316F93838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0EBFC4-2E71-CCE9-EA4A-AD6025981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434D1-865A-028B-1F7E-91F02D9F4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175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B0582-8B51-97A4-DCCC-A51DD376A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66B6C8-A4AC-20F2-FDEE-614A8B87FE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9D593-74B0-D101-63CE-B4679B029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E09A-72E7-7D55-CE3B-4C0CFAD2B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6B9E2-905E-F57C-FBC9-54F342788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62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5E849B-5E95-B293-6C25-531971095E0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CC4302-D2F5-A7CF-473B-1084338DA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A7F164-170E-7887-3E65-BDF2D94B8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2CB3-FA59-4DDC-D48B-6F3E5C2FA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6EE49-AEF0-8555-847B-F44BC535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507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F45C1-0E13-F0F8-8B3C-294C262BB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361DE-57A6-74BB-DD97-A5CBA63208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D0049B-5D9D-136B-9BAC-9CF7AFE3B6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2FAB2-DE20-4F88-88E1-6FF07B33CC0B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92C8B-9EEB-5336-C401-A3D997C4BF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2CAB3B-AD1D-26D3-C877-F6E42B0179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03FBCA-081A-4777-9509-A48A710FD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50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8164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539F44-37B6-D498-0BA8-D1981155A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048"/>
            <a:ext cx="12192000" cy="68640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745420-E2EB-5D09-7077-F1F25A8FDFF0}"/>
              </a:ext>
            </a:extLst>
          </p:cNvPr>
          <p:cNvSpPr txBox="1"/>
          <p:nvPr/>
        </p:nvSpPr>
        <p:spPr>
          <a:xfrm>
            <a:off x="9469495" y="2724808"/>
            <a:ext cx="1627632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Raspberry</a:t>
            </a:r>
            <a:r>
              <a:rPr lang="en-US" dirty="0">
                <a:solidFill>
                  <a:srgbClr val="FAFAFA"/>
                </a:solidFill>
              </a:rPr>
              <a:t> 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9A9E0-FA55-227F-EDA6-15E8A41D749F}"/>
              </a:ext>
            </a:extLst>
          </p:cNvPr>
          <p:cNvSpPr txBox="1"/>
          <p:nvPr/>
        </p:nvSpPr>
        <p:spPr>
          <a:xfrm>
            <a:off x="6394063" y="5498679"/>
            <a:ext cx="1627632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Frame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E5053A-CB2A-4B1F-2B78-23C88074CC79}"/>
              </a:ext>
            </a:extLst>
          </p:cNvPr>
          <p:cNvSpPr txBox="1"/>
          <p:nvPr/>
        </p:nvSpPr>
        <p:spPr>
          <a:xfrm>
            <a:off x="3320276" y="1005339"/>
            <a:ext cx="1627632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F0502020204030204" pitchFamily="2" charset="0"/>
              </a:rPr>
              <a:t>Monitor</a:t>
            </a:r>
            <a:r>
              <a:rPr lang="en-US" dirty="0">
                <a:solidFill>
                  <a:srgbClr val="FAFAFA"/>
                </a:solidFill>
              </a:rPr>
              <a:t> PCBs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2999E1-82BF-834C-FE08-38F1EA1BF31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134092" y="1413962"/>
            <a:ext cx="485533" cy="843463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F67F7-1F71-3ABD-19AC-A56CEA03D5E5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134092" y="1413962"/>
            <a:ext cx="2095258" cy="408623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03B5446-48F6-E747-DE22-21DAC6DA15CB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4134092" y="1413962"/>
            <a:ext cx="2828683" cy="1567363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562AE0-1481-A860-BF78-56E4790F7CCA}"/>
              </a:ext>
            </a:extLst>
          </p:cNvPr>
          <p:cNvCxnSpPr>
            <a:cxnSpLocks/>
            <a:stCxn id="6" idx="0"/>
          </p:cNvCxnSpPr>
          <p:nvPr/>
        </p:nvCxnSpPr>
        <p:spPr>
          <a:xfrm flipH="1" flipV="1">
            <a:off x="9720072" y="2334577"/>
            <a:ext cx="563239" cy="390231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A14CEAB-9936-E86F-DA42-2BAAC7B0266B}"/>
              </a:ext>
            </a:extLst>
          </p:cNvPr>
          <p:cNvSpPr txBox="1"/>
          <p:nvPr/>
        </p:nvSpPr>
        <p:spPr>
          <a:xfrm>
            <a:off x="4310876" y="4398335"/>
            <a:ext cx="1627632" cy="715089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DC-DC Step Down to 5V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5057F7-EAA7-D9F5-AC65-BE33761F743C}"/>
              </a:ext>
            </a:extLst>
          </p:cNvPr>
          <p:cNvCxnSpPr>
            <a:cxnSpLocks/>
            <a:stCxn id="30" idx="0"/>
          </p:cNvCxnSpPr>
          <p:nvPr/>
        </p:nvCxnSpPr>
        <p:spPr>
          <a:xfrm flipV="1">
            <a:off x="5124692" y="3379911"/>
            <a:ext cx="813816" cy="1018424"/>
          </a:xfrm>
          <a:prstGeom prst="straightConnector1">
            <a:avLst/>
          </a:prstGeom>
          <a:ln w="28575"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0421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BC7E475-110F-4A3E-D26A-DDC34B734C41}"/>
              </a:ext>
            </a:extLst>
          </p:cNvPr>
          <p:cNvSpPr txBox="1"/>
          <p:nvPr/>
        </p:nvSpPr>
        <p:spPr>
          <a:xfrm>
            <a:off x="1244403" y="1414989"/>
            <a:ext cx="1627632" cy="715089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DC-DC Step Down to 5V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79D735-6667-0598-8AE4-401BE0150605}"/>
              </a:ext>
            </a:extLst>
          </p:cNvPr>
          <p:cNvSpPr txBox="1"/>
          <p:nvPr/>
        </p:nvSpPr>
        <p:spPr>
          <a:xfrm>
            <a:off x="3911692" y="329258"/>
            <a:ext cx="3517808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Text Color #FAFAFA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840EFF-4AB4-49D4-E6D3-5AFA8BD93BB8}"/>
              </a:ext>
            </a:extLst>
          </p:cNvPr>
          <p:cNvSpPr txBox="1"/>
          <p:nvPr/>
        </p:nvSpPr>
        <p:spPr>
          <a:xfrm>
            <a:off x="3911691" y="910283"/>
            <a:ext cx="3517809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64D5D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Primary Accent #64D5D2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2F96D-7CAE-FC1A-16E5-73BA72BC4F68}"/>
              </a:ext>
            </a:extLst>
          </p:cNvPr>
          <p:cNvSpPr txBox="1"/>
          <p:nvPr/>
        </p:nvSpPr>
        <p:spPr>
          <a:xfrm>
            <a:off x="3911690" y="1510527"/>
            <a:ext cx="3517810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2E4C5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Hover Background #2E4C5B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9EC80E-2517-106C-3BD3-5F4B14C3A180}"/>
              </a:ext>
            </a:extLst>
          </p:cNvPr>
          <p:cNvSpPr txBox="1"/>
          <p:nvPr/>
        </p:nvSpPr>
        <p:spPr>
          <a:xfrm>
            <a:off x="3911690" y="2130078"/>
            <a:ext cx="3517810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5BC0D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Highlight Accent #5BC0DE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44B4C5-F096-D945-76B0-99B3DF85F889}"/>
              </a:ext>
            </a:extLst>
          </p:cNvPr>
          <p:cNvSpPr txBox="1"/>
          <p:nvPr/>
        </p:nvSpPr>
        <p:spPr>
          <a:xfrm>
            <a:off x="3911690" y="2759918"/>
            <a:ext cx="3517810" cy="408623"/>
          </a:xfrm>
          <a:prstGeom prst="roundRect">
            <a:avLst/>
          </a:prstGeom>
          <a:solidFill>
            <a:srgbClr val="141818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dirty="0">
                <a:solidFill>
                  <a:srgbClr val="5BC0D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Highlight Accent #5BC0DE</a:t>
            </a:r>
          </a:p>
        </p:txBody>
      </p:sp>
    </p:spTree>
    <p:extLst>
      <p:ext uri="{BB962C8B-B14F-4D97-AF65-F5344CB8AC3E}">
        <p14:creationId xmlns:p14="http://schemas.microsoft.com/office/powerpoint/2010/main" val="4039783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520D8-712C-F5EC-4993-F4EFD27E9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EE19097-99AF-2CEC-2338-53002F06C62D}"/>
              </a:ext>
            </a:extLst>
          </p:cNvPr>
          <p:cNvSpPr txBox="1"/>
          <p:nvPr/>
        </p:nvSpPr>
        <p:spPr>
          <a:xfrm>
            <a:off x="3800475" y="124975"/>
            <a:ext cx="4572000" cy="4572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b="1" i="1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Journey to Drone Swarm Light Shows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E098DB-9077-7E37-911A-F21AC5308369}"/>
              </a:ext>
            </a:extLst>
          </p:cNvPr>
          <p:cNvSpPr txBox="1"/>
          <p:nvPr/>
        </p:nvSpPr>
        <p:spPr>
          <a:xfrm>
            <a:off x="843645" y="1069681"/>
            <a:ext cx="3200400" cy="18288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DAF842"/>
            </a:solidFill>
          </a:ln>
          <a:effectLst>
            <a:glow rad="63500">
              <a:srgbClr val="DAF842">
                <a:alpha val="72000"/>
              </a:srgbClr>
            </a:glow>
          </a:effectLst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/>
          <a:p>
            <a:pPr algn="ctr"/>
            <a:r>
              <a:rPr lang="en-US" b="1" i="1" dirty="0">
                <a:solidFill>
                  <a:srgbClr val="5BC0DE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Phase 1: Prototype Remote Control System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5BC0DE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Build a wireless controller using </a:t>
            </a:r>
            <a:r>
              <a:rPr lang="en-US" sz="120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 DualShock4, </a:t>
            </a:r>
            <a:r>
              <a:rPr lang="en-US" sz="1200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Arduino, </a:t>
            </a:r>
            <a:r>
              <a:rPr lang="en-US" sz="1200" dirty="0" err="1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XBee</a:t>
            </a:r>
            <a:r>
              <a:rPr lang="en-US" sz="1200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radio, and OLED screen.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Establish a standard protocol for sending commands and receiving telemetry.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DB10A2-5DF1-53F6-98F5-22A77BD495A5}"/>
              </a:ext>
            </a:extLst>
          </p:cNvPr>
          <p:cNvSpPr txBox="1"/>
          <p:nvPr/>
        </p:nvSpPr>
        <p:spPr>
          <a:xfrm>
            <a:off x="4495799" y="1069681"/>
            <a:ext cx="3200400" cy="18288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defRPr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b="1" i="1" dirty="0">
                <a:solidFill>
                  <a:srgbClr val="5BC0DE"/>
                </a:solidFill>
              </a:rPr>
              <a:t>Phase 2: Rover Teleoperation (DualShock4)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5BC0DE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Test remote control on a simple rover using the new wireless system.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Verify reliable two-way communication and refine command handling.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50BFC73-5B9C-FA74-8F95-EEFD63D3814F}"/>
              </a:ext>
            </a:extLst>
          </p:cNvPr>
          <p:cNvCxnSpPr>
            <a:cxnSpLocks/>
          </p:cNvCxnSpPr>
          <p:nvPr/>
        </p:nvCxnSpPr>
        <p:spPr>
          <a:xfrm>
            <a:off x="4044045" y="1984081"/>
            <a:ext cx="454478" cy="0"/>
          </a:xfrm>
          <a:prstGeom prst="straightConnector1">
            <a:avLst/>
          </a:prstGeom>
          <a:ln>
            <a:solidFill>
              <a:srgbClr val="5BC0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5942CB95-89EB-F181-CD3B-146E81C9B005}"/>
              </a:ext>
            </a:extLst>
          </p:cNvPr>
          <p:cNvSpPr txBox="1"/>
          <p:nvPr/>
        </p:nvSpPr>
        <p:spPr>
          <a:xfrm>
            <a:off x="8147957" y="1069681"/>
            <a:ext cx="3200400" cy="18288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defRPr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b="1" i="1" dirty="0">
                <a:solidFill>
                  <a:srgbClr val="5BC0DE"/>
                </a:solidFill>
              </a:rPr>
              <a:t>Phase 3: Mesh Networking &amp; Range Testing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5BC0DE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Experiment with </a:t>
            </a:r>
            <a:r>
              <a:rPr lang="en-US" sz="1200" dirty="0" err="1"/>
              <a:t>XBee</a:t>
            </a:r>
            <a:r>
              <a:rPr lang="en-US" sz="1200" dirty="0"/>
              <a:t> mesh networking to extend control range.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Assess communication reliability with multiple nodes in real-world conditions.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0BD9FE9-BB90-9855-F0C1-8EAB7A4847F3}"/>
              </a:ext>
            </a:extLst>
          </p:cNvPr>
          <p:cNvSpPr txBox="1"/>
          <p:nvPr/>
        </p:nvSpPr>
        <p:spPr>
          <a:xfrm>
            <a:off x="849090" y="3312651"/>
            <a:ext cx="3200400" cy="18288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defRPr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b="1" i="1" dirty="0">
                <a:solidFill>
                  <a:srgbClr val="5BC0DE"/>
                </a:solidFill>
              </a:rPr>
              <a:t>Phase 4: Swarm Controller Development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5BC0DE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Expand system to support controlling multiple vehicles.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Add synchronized command features and basic group coordination.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CD9CFC1-6612-057D-6B6A-17BD14C81722}"/>
              </a:ext>
            </a:extLst>
          </p:cNvPr>
          <p:cNvSpPr txBox="1"/>
          <p:nvPr/>
        </p:nvSpPr>
        <p:spPr>
          <a:xfrm>
            <a:off x="4495799" y="3312651"/>
            <a:ext cx="3200400" cy="18288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defRPr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b="1" i="1" dirty="0">
                <a:solidFill>
                  <a:srgbClr val="5BC0DE"/>
                </a:solidFill>
              </a:rPr>
              <a:t>Phase 5: Integration with Flight Controllers (</a:t>
            </a:r>
            <a:r>
              <a:rPr lang="en-US" b="1" i="1" dirty="0" err="1">
                <a:solidFill>
                  <a:srgbClr val="5BC0DE"/>
                </a:solidFill>
              </a:rPr>
              <a:t>ArduPilot</a:t>
            </a:r>
            <a:r>
              <a:rPr lang="en-US" b="1" i="1" dirty="0">
                <a:solidFill>
                  <a:srgbClr val="5BC0DE"/>
                </a:solidFill>
              </a:rPr>
              <a:t>)</a:t>
            </a:r>
          </a:p>
          <a:p>
            <a:endParaRPr lang="en-US" sz="1200" dirty="0">
              <a:solidFill>
                <a:srgbClr val="5BC0DE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Upgrade to professional-grade flight controllers for advanced features.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Integrate command and telemetry protocol with </a:t>
            </a:r>
            <a:r>
              <a:rPr lang="en-US" sz="1200" dirty="0" err="1"/>
              <a:t>ArduPilot</a:t>
            </a:r>
            <a:r>
              <a:rPr lang="en-US" sz="1200" dirty="0"/>
              <a:t> systems.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30198D0-C5AF-A638-1D8B-E14121A53C82}"/>
              </a:ext>
            </a:extLst>
          </p:cNvPr>
          <p:cNvSpPr txBox="1"/>
          <p:nvPr/>
        </p:nvSpPr>
        <p:spPr>
          <a:xfrm>
            <a:off x="8147955" y="3312651"/>
            <a:ext cx="3200400" cy="18288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defRPr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b="1" i="1" dirty="0">
                <a:solidFill>
                  <a:srgbClr val="5BC0DE"/>
                </a:solidFill>
              </a:rPr>
              <a:t>Phase 6: Drone Swarm Simulation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5BC0DE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Simulate swarm coordination and light show choreography in software.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Test and refine group commands and synchronization logic before live tests.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8A619B7-A276-3EED-833B-66282066C83B}"/>
              </a:ext>
            </a:extLst>
          </p:cNvPr>
          <p:cNvSpPr txBox="1"/>
          <p:nvPr/>
        </p:nvSpPr>
        <p:spPr>
          <a:xfrm>
            <a:off x="3343275" y="5539647"/>
            <a:ext cx="5486400" cy="1143000"/>
          </a:xfrm>
          <a:prstGeom prst="roundRect">
            <a:avLst/>
          </a:prstGeom>
          <a:solidFill>
            <a:srgbClr val="23282A"/>
          </a:solidFill>
          <a:ln w="28575">
            <a:solidFill>
              <a:srgbClr val="64D5D2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lIns="0" rIns="0" rtlCol="0" anchor="ctr">
            <a:noAutofit/>
          </a:bodyPr>
          <a:lstStyle>
            <a:defPPr>
              <a:defRPr lang="en-US"/>
            </a:defPPr>
            <a:lvl1pPr algn="ctr">
              <a:defRPr>
                <a:solidFill>
                  <a:srgbClr val="FAFAFA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r>
              <a:rPr lang="en-US" b="1" i="1" dirty="0">
                <a:solidFill>
                  <a:srgbClr val="5BC0DE"/>
                </a:solidFill>
              </a:rPr>
              <a:t>Phase 7: Live Swarm Light Show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5BC0DE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Deploy multiple drones for a live, synchronized light show.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/>
              <a:t>Showcase complete system integration with real-world choreography.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67EFF108-B4E2-CACF-25BE-66C9DE220138}"/>
              </a:ext>
            </a:extLst>
          </p:cNvPr>
          <p:cNvCxnSpPr>
            <a:cxnSpLocks/>
          </p:cNvCxnSpPr>
          <p:nvPr/>
        </p:nvCxnSpPr>
        <p:spPr>
          <a:xfrm>
            <a:off x="7698923" y="1984081"/>
            <a:ext cx="449034" cy="0"/>
          </a:xfrm>
          <a:prstGeom prst="straightConnector1">
            <a:avLst/>
          </a:prstGeom>
          <a:ln>
            <a:solidFill>
              <a:srgbClr val="5BC0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556B4D4-0859-60AD-754F-75622616F7EF}"/>
              </a:ext>
            </a:extLst>
          </p:cNvPr>
          <p:cNvCxnSpPr>
            <a:cxnSpLocks/>
          </p:cNvCxnSpPr>
          <p:nvPr/>
        </p:nvCxnSpPr>
        <p:spPr>
          <a:xfrm>
            <a:off x="4049490" y="4227051"/>
            <a:ext cx="449033" cy="0"/>
          </a:xfrm>
          <a:prstGeom prst="straightConnector1">
            <a:avLst/>
          </a:prstGeom>
          <a:ln>
            <a:solidFill>
              <a:srgbClr val="5BC0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595F1812-55E8-53CD-F36B-6B45685A2377}"/>
              </a:ext>
            </a:extLst>
          </p:cNvPr>
          <p:cNvCxnSpPr>
            <a:cxnSpLocks/>
          </p:cNvCxnSpPr>
          <p:nvPr/>
        </p:nvCxnSpPr>
        <p:spPr>
          <a:xfrm>
            <a:off x="7698923" y="4227051"/>
            <a:ext cx="449032" cy="0"/>
          </a:xfrm>
          <a:prstGeom prst="straightConnector1">
            <a:avLst/>
          </a:prstGeom>
          <a:ln>
            <a:solidFill>
              <a:srgbClr val="5BC0D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8CD3C0EF-F550-BA83-81BB-3D3067C9C99D}"/>
              </a:ext>
            </a:extLst>
          </p:cNvPr>
          <p:cNvCxnSpPr>
            <a:cxnSpLocks/>
            <a:stCxn id="61" idx="3"/>
            <a:endCxn id="63" idx="1"/>
          </p:cNvCxnSpPr>
          <p:nvPr/>
        </p:nvCxnSpPr>
        <p:spPr>
          <a:xfrm flipH="1">
            <a:off x="849090" y="1984081"/>
            <a:ext cx="10499267" cy="2242970"/>
          </a:xfrm>
          <a:prstGeom prst="bentConnector5">
            <a:avLst>
              <a:gd name="adj1" fmla="val -2177"/>
              <a:gd name="adj2" fmla="val 50000"/>
              <a:gd name="adj3" fmla="val 102177"/>
            </a:avLst>
          </a:prstGeom>
          <a:ln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CD8460-CD07-A87E-1BC3-F592C16B56C5}"/>
              </a:ext>
            </a:extLst>
          </p:cNvPr>
          <p:cNvCxnSpPr>
            <a:cxnSpLocks/>
            <a:stCxn id="65" idx="3"/>
            <a:endCxn id="71" idx="1"/>
          </p:cNvCxnSpPr>
          <p:nvPr/>
        </p:nvCxnSpPr>
        <p:spPr>
          <a:xfrm flipH="1">
            <a:off x="3343275" y="4227051"/>
            <a:ext cx="8005080" cy="1884096"/>
          </a:xfrm>
          <a:prstGeom prst="bentConnector5">
            <a:avLst>
              <a:gd name="adj1" fmla="val -2856"/>
              <a:gd name="adj2" fmla="val 59100"/>
              <a:gd name="adj3" fmla="val 102856"/>
            </a:avLst>
          </a:prstGeom>
          <a:ln>
            <a:solidFill>
              <a:srgbClr val="64D5D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94154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09AD2B-F16E-906C-E76A-7DD53C789B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095"/>
            <a:ext cx="12192000" cy="6864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977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239</Words>
  <Application>Microsoft Office PowerPoint</Application>
  <PresentationFormat>Widescreen</PresentationFormat>
  <Paragraphs>39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Gary Kuepper</dc:creator>
  <cp:lastModifiedBy>Gary Kuepper</cp:lastModifiedBy>
  <cp:revision>8</cp:revision>
  <dcterms:created xsi:type="dcterms:W3CDTF">2025-07-17T22:02:41Z</dcterms:created>
  <dcterms:modified xsi:type="dcterms:W3CDTF">2025-07-19T06:36:25Z</dcterms:modified>
</cp:coreProperties>
</file>