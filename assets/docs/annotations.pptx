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4B4A"/>
    <a:srgbClr val="64D5D2"/>
    <a:srgbClr val="5BC0DE"/>
    <a:srgbClr val="FAFAFA"/>
    <a:srgbClr val="141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0107E-B043-D02A-9165-1C482A0F94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BB4B3E-5BA8-63C4-1B5D-978F16565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29EF6-9613-0B21-DB05-099AA5C26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2FAB2-DE20-4F88-88E1-6FF07B33CC0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63CC4-8956-B89E-E96F-9B4344E82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8663F-9F86-4B0B-4FFE-5523EC359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3FBCA-081A-4777-9509-A48A710FD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93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0EB59-4688-A699-D096-D54FE4A51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44DFF-DEDE-21B2-9998-9CFD68E37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60166-3053-AA5F-A2D3-819FF4A81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2FAB2-DE20-4F88-88E1-6FF07B33CC0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6AB7E-27E8-DA7E-B4A7-B0123F9E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82301-7C44-26CB-DE00-D90E22A6D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3FBCA-081A-4777-9509-A48A710FD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715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A9B0-7D50-B3C6-841C-25694BAF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2CFAFF-9067-0B53-EEE7-12DE696BE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1F874-D719-3D22-CE0A-F5AC5DC31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2FAB2-DE20-4F88-88E1-6FF07B33CC0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D7C3B-158C-C086-C878-FD5ED086C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CA2EC-0A8D-FB30-B024-AAB1D1438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3FBCA-081A-4777-9509-A48A710FD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523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A53A0-01AD-8688-4D32-F956AC042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BC2F9-69F7-A9ED-D464-CF65F7DD72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99D399-1A91-EA64-7D9A-12BA9E514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08151-41FD-56E2-126C-FBBBB0354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2FAB2-DE20-4F88-88E1-6FF07B33CC0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C843CE-5BE2-E5BA-C88D-623EF88A8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8A4234-BEA0-7B28-3EE0-69FF05D0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3FBCA-081A-4777-9509-A48A710FD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613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60018-A484-761C-488B-30404AE8F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9940B4-6786-136E-54F8-E4673B753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6C6C9B-DBF8-0043-7E4B-9A46261E60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A416-29BF-7728-A9E8-F5DF5FF939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E62E4-6C2E-DF70-85AD-038D2242EC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4E11C0-F6DE-18FF-F38C-2F171E660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2FAB2-DE20-4F88-88E1-6FF07B33CC0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59513C-5A7F-B499-2105-6A6EE5525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54601B-9EFD-1596-27F1-6687EF9B3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3FBCA-081A-4777-9509-A48A710FD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283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CF5C-7A0A-C381-FA27-17643DE69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530BC6-9B3F-2FB2-9B05-B00AF892F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2FAB2-DE20-4F88-88E1-6FF07B33CC0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D262C5-0696-B690-DFE7-7EB3F0006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776855-3AFC-C5E1-9C41-C4A35CB20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3FBCA-081A-4777-9509-A48A710FD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104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447E60-6CE9-9731-61C4-A2E5666F2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2FAB2-DE20-4F88-88E1-6FF07B33CC0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C90D24-EE09-6401-F064-4F651BF61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1B177-00A3-BDEE-AD88-CFB1EAC2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3FBCA-081A-4777-9509-A48A710FD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331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43B27-6CAD-EC66-0F9A-3F8D8649D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29F7E-5CF9-DDE7-80E6-24A38C021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DAC8B6-DFEB-379C-1695-B6D440698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DF4A5-79D2-871C-DAA3-2291ADD1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2FAB2-DE20-4F88-88E1-6FF07B33CC0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8375B-8056-8071-106E-F9FAF4DE4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C90BC-E119-5D27-E73A-F5FB4DC51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3FBCA-081A-4777-9509-A48A710FD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647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76079-0F81-B94A-D0B7-6C2FFE179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D9713F-F966-20C5-7B7E-C41364175B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5204F3-8E81-BE12-6122-99A42AA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CE3B5-DE1C-8992-766C-316F93838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2FAB2-DE20-4F88-88E1-6FF07B33CC0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0EBFC4-2E71-CCE9-EA4A-AD6025981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9434D1-865A-028B-1F7E-91F02D9F4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3FBCA-081A-4777-9509-A48A710FD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175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B0582-8B51-97A4-DCCC-A51DD376A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66B6C8-A4AC-20F2-FDEE-614A8B87FE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9D593-74B0-D101-63CE-B4679B029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2FAB2-DE20-4F88-88E1-6FF07B33CC0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DE09A-72E7-7D55-CE3B-4C0CFAD2B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6B9E2-905E-F57C-FBC9-54F342788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3FBCA-081A-4777-9509-A48A710FD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962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5E849B-5E95-B293-6C25-531971095E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C4302-D2F5-A7CF-473B-1084338DA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7F164-170E-7887-3E65-BDF2D94B8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2FAB2-DE20-4F88-88E1-6FF07B33CC0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02CB3-FA59-4DDC-D48B-6F3E5C2FA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6EE49-AEF0-8555-847B-F44BC5353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3FBCA-081A-4777-9509-A48A710FD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07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5F45C1-0E13-F0F8-8B3C-294C262BB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361DE-57A6-74BB-DD97-A5CBA6320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D0049B-5D9D-136B-9BAC-9CF7AFE3B6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2FAB2-DE20-4F88-88E1-6FF07B33CC0B}" type="datetimeFigureOut">
              <a:rPr lang="en-US" smtClean="0"/>
              <a:t>7/17/2025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92C8B-9EEB-5336-C401-A3D997C4B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CAB3B-AD1D-26D3-C877-F6E42B0179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3FBCA-081A-4777-9509-A48A710FD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00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81646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539F44-37B6-D498-0BA8-D1981155A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048"/>
            <a:ext cx="12192000" cy="68640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745420-E2EB-5D09-7077-F1F25A8FDFF0}"/>
              </a:ext>
            </a:extLst>
          </p:cNvPr>
          <p:cNvSpPr txBox="1"/>
          <p:nvPr/>
        </p:nvSpPr>
        <p:spPr>
          <a:xfrm>
            <a:off x="9469495" y="2724808"/>
            <a:ext cx="1627632" cy="408623"/>
          </a:xfrm>
          <a:prstGeom prst="roundRect">
            <a:avLst/>
          </a:prstGeom>
          <a:solidFill>
            <a:srgbClr val="141818"/>
          </a:solidFill>
          <a:ln w="28575">
            <a:solidFill>
              <a:srgbClr val="64D5D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rgbClr val="FAFAFA"/>
                </a:solidFill>
              </a:rPr>
              <a:t>Raspberry 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B9A9E0-FA55-227F-EDA6-15E8A41D749F}"/>
              </a:ext>
            </a:extLst>
          </p:cNvPr>
          <p:cNvSpPr txBox="1"/>
          <p:nvPr/>
        </p:nvSpPr>
        <p:spPr>
          <a:xfrm>
            <a:off x="6394063" y="5498679"/>
            <a:ext cx="1627632" cy="408623"/>
          </a:xfrm>
          <a:prstGeom prst="roundRect">
            <a:avLst/>
          </a:prstGeom>
          <a:solidFill>
            <a:srgbClr val="141818"/>
          </a:solidFill>
          <a:ln w="28575">
            <a:solidFill>
              <a:srgbClr val="64D5D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rgbClr val="FAFAFA"/>
                </a:solidFill>
              </a:rPr>
              <a:t>Frame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E5053A-CB2A-4B1F-2B78-23C88074CC79}"/>
              </a:ext>
            </a:extLst>
          </p:cNvPr>
          <p:cNvSpPr txBox="1"/>
          <p:nvPr/>
        </p:nvSpPr>
        <p:spPr>
          <a:xfrm>
            <a:off x="3320276" y="1005339"/>
            <a:ext cx="1627632" cy="408623"/>
          </a:xfrm>
          <a:prstGeom prst="roundRect">
            <a:avLst/>
          </a:prstGeom>
          <a:solidFill>
            <a:srgbClr val="141818"/>
          </a:solidFill>
          <a:ln w="28575">
            <a:solidFill>
              <a:srgbClr val="64D5D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rgbClr val="FAFAFA"/>
                </a:solidFill>
              </a:rPr>
              <a:t>Monitor PCBs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2999E1-82BF-834C-FE08-38F1EA1BF310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4134092" y="1413962"/>
            <a:ext cx="485533" cy="843463"/>
          </a:xfrm>
          <a:prstGeom prst="straightConnector1">
            <a:avLst/>
          </a:prstGeom>
          <a:ln w="28575">
            <a:solidFill>
              <a:srgbClr val="64D5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A9F67F7-1F71-3ABD-19AC-A56CEA03D5E5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4134092" y="1413962"/>
            <a:ext cx="2095258" cy="408623"/>
          </a:xfrm>
          <a:prstGeom prst="straightConnector1">
            <a:avLst/>
          </a:prstGeom>
          <a:ln w="28575">
            <a:solidFill>
              <a:srgbClr val="64D5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03B5446-48F6-E747-DE22-21DAC6DA15CB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4134092" y="1413962"/>
            <a:ext cx="2828683" cy="1567363"/>
          </a:xfrm>
          <a:prstGeom prst="straightConnector1">
            <a:avLst/>
          </a:prstGeom>
          <a:ln w="28575">
            <a:solidFill>
              <a:srgbClr val="64D5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9562AE0-1481-A860-BF78-56E4790F7CCA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9720072" y="2334577"/>
            <a:ext cx="563239" cy="390231"/>
          </a:xfrm>
          <a:prstGeom prst="straightConnector1">
            <a:avLst/>
          </a:prstGeom>
          <a:ln w="28575">
            <a:solidFill>
              <a:srgbClr val="64D5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A14CEAB-9936-E86F-DA42-2BAAC7B0266B}"/>
              </a:ext>
            </a:extLst>
          </p:cNvPr>
          <p:cNvSpPr txBox="1"/>
          <p:nvPr/>
        </p:nvSpPr>
        <p:spPr>
          <a:xfrm>
            <a:off x="4310876" y="4398335"/>
            <a:ext cx="1627632" cy="715089"/>
          </a:xfrm>
          <a:prstGeom prst="roundRect">
            <a:avLst/>
          </a:prstGeom>
          <a:solidFill>
            <a:srgbClr val="141818"/>
          </a:solidFill>
          <a:ln w="28575">
            <a:solidFill>
              <a:srgbClr val="64D5D2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solidFill>
                  <a:srgbClr val="FAFAFA"/>
                </a:solidFill>
              </a:rPr>
              <a:t>DC-DC Step Down to 5V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E5057F7-EAA7-D9F5-AC65-BE33761F743C}"/>
              </a:ext>
            </a:extLst>
          </p:cNvPr>
          <p:cNvCxnSpPr>
            <a:cxnSpLocks/>
            <a:stCxn id="30" idx="0"/>
          </p:cNvCxnSpPr>
          <p:nvPr/>
        </p:nvCxnSpPr>
        <p:spPr>
          <a:xfrm flipV="1">
            <a:off x="5124692" y="3379911"/>
            <a:ext cx="813816" cy="1018424"/>
          </a:xfrm>
          <a:prstGeom prst="straightConnector1">
            <a:avLst/>
          </a:prstGeom>
          <a:ln w="28575">
            <a:solidFill>
              <a:srgbClr val="64D5D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4042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Gary Kuepper</dc:creator>
  <cp:lastModifiedBy>Gary Kuepper</cp:lastModifiedBy>
  <cp:revision>1</cp:revision>
  <dcterms:created xsi:type="dcterms:W3CDTF">2025-07-17T22:02:41Z</dcterms:created>
  <dcterms:modified xsi:type="dcterms:W3CDTF">2025-07-17T22:03:22Z</dcterms:modified>
</cp:coreProperties>
</file>